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TC Avant Garde Gothic" charset="1" panose="020B0502020202020204"/>
      <p:regular r:id="rId17"/>
    </p:embeddedFont>
    <p:embeddedFont>
      <p:font typeface="TT Fors" charset="1" panose="020B0003030001020000"/>
      <p:regular r:id="rId18"/>
    </p:embeddedFont>
    <p:embeddedFont>
      <p:font typeface="TT Fors Bold" charset="1" panose="020B000303000102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AI-Powered Content Production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CONTENT STUDIO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124734"/>
                </a:solidFill>
                <a:latin typeface="TT Fors"/>
                <a:ea typeface="TT Fors"/>
                <a:cs typeface="TT Fors"/>
                <a:sym typeface="TT Fors"/>
              </a:rPr>
              <a:t>Presented by [Your Name Here]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042508"/>
            <a:chOff x="0" y="0"/>
            <a:chExt cx="14935200" cy="6723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Content Creation Challenge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751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Social teams struggle with disconnected tools, leading to hours spent crafting AI prompts that align with brand voice, ultimately causing delays and inconsistencies in the content production pipeline.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Slow and Fragmented Processes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4032858"/>
            <a:chOff x="0" y="0"/>
            <a:chExt cx="14935200" cy="53771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Unified Workspace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Content Studio consolidates branding elements, enabling teams to produce </a:t>
              </a:r>
              <a:r>
                <a:rPr lang="en-US" b="true" sz="2100">
                  <a:solidFill>
                    <a:srgbClr val="124734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consistent and on-brand</a:t>
              </a: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 content efficiently. By integrating everything into one platform, businesses can focus on strategy, not logistics.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Streamline Your Content Creation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Product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 streamlined process for effective content creation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Create a comprehensive brand profile, detailing identity, tone of voice, and visual style to guide all content generation.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Brand Profile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Utilize AI-assisted planning to build a content calendar that organizes posts and schedules them efficiently for optimal engagement.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Content Calendar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Generate on-brand prompts for images, videos, and captions, ensuring consistency and quality across all social media platforms.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Prompts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Social media managers need efficient tools to plan and produce content across multiple brands, enhancing collaboration and streamlining workflows while ensuring on-brand messaging in every post.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Social Media Managers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Small business owners require accessible solutions to maintain a professional online presence, allowing them to manage content creation independently without the overhead of hiring an agency or expert.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Small Business Owners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813810"/>
            <a:chOff x="0" y="0"/>
            <a:chExt cx="5346700" cy="50850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Marketing agencies seek consistent branding across various client accounts, enabling them to deliver high-quality, on-brand content quickly while managing multiple projects and deadlines efficiently.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Marketing Agencies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Target Users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Built for social media professionals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124734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Analyzes inspiration images to turn them into usable style directions, enhancing creative options while maintaining brand consistency.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Reference Image Analysis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Plans, generates, and manages scheduled posts with AI assistance, simplifying the social media workflow for users.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Content Calendar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1419225"/>
            <a:chOff x="0" y="0"/>
            <a:chExt cx="9182100" cy="18923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Extracts tone, style, and visual identity from brand info and reference images for consistent content creation.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Brand Identity Engine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Offers a searchable, reusable history of on-brand prompts, allowing easy access to previously generated content for future use.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Prompt Library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2457450"/>
            <a:ext cx="6886575" cy="1790700"/>
            <a:chOff x="0" y="0"/>
            <a:chExt cx="9182100" cy="2387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Generates on-brand image, video, and caption prompts to streamline content production and maintain brand integrity.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Image Generation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Market Opportunity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 rapidly expanding sector for AI content solutions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20573"/>
            <a:chOff x="0" y="0"/>
            <a:chExt cx="9182100" cy="256076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44651"/>
              <a:ext cx="9182100" cy="1416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Demand for AI-driven tools in content creation is surging, especially among small businesses and marketing agencies seeking efficiency and effectiveness.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15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71"/>
                </a:lnSpc>
                <a:spcBef>
                  <a:spcPct val="0"/>
                </a:spcBef>
              </a:pPr>
              <a:r>
                <a:rPr lang="en-US" sz="2551" spc="-76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Growing Demand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20573"/>
            <a:chOff x="0" y="0"/>
            <a:chExt cx="9182100" cy="256076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44651"/>
              <a:ext cx="9182100" cy="1416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Many existing tools focus on scheduling or content generation, but Content Studio uniquely integrates both features for seamless workflow management.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15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71"/>
                </a:lnSpc>
                <a:spcBef>
                  <a:spcPct val="0"/>
                </a:spcBef>
              </a:pPr>
              <a:r>
                <a:rPr lang="en-US" sz="2551" spc="-76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Unique Positioning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20573"/>
            <a:chOff x="0" y="0"/>
            <a:chExt cx="9182100" cy="256076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44651"/>
              <a:ext cx="9182100" cy="14161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The market for brand-consistent AI content production remains underserved, providing a significant opportunity for growth and innovation in the sector.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15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71"/>
                </a:lnSpc>
                <a:spcBef>
                  <a:spcPct val="0"/>
                </a:spcBef>
              </a:pPr>
              <a:r>
                <a:rPr lang="en-US" sz="2551" spc="-76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Untapped Potential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070860"/>
            <a:chOff x="0" y="0"/>
            <a:chExt cx="5346700" cy="40944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293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Our </a:t>
              </a:r>
              <a:r>
                <a:rPr lang="en-US" b="true" sz="2100">
                  <a:solidFill>
                    <a:srgbClr val="124734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Starter Plan</a:t>
              </a: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 offers core features for a single brand, ideal for solo creators and small businesses looking to harness the power of AI in their content production.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Starter Plan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00">
                  <a:solidFill>
                    <a:srgbClr val="124734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Pro Plan</a:t>
              </a: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 supports multiple brands and includes a comprehensive content calendar, making it suitable for growing teams that require more advanced features and collaboration tools.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 Plan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442335"/>
            <a:chOff x="0" y="0"/>
            <a:chExt cx="5346700" cy="4589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Designed for marketing agencies, the </a:t>
              </a:r>
              <a:r>
                <a:rPr lang="en-US" b="true" sz="2100">
                  <a:solidFill>
                    <a:srgbClr val="124734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Agency Plan</a:t>
              </a: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 allows for unlimited brands and team seats, providing essential tools for managing several client accounts efficiently and effectively.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Agency Plan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Business Model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Simple Subscription Pricing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Roadmap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From local tool to multi-tenant platform expansion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Today, we offer a core workflow including brand profiles, content calendars, AI prompt generation, and a prompt library for users.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Current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Our immediate focus is on implementing multi-tenant accounts, finalizing the visual design system, and completing Google Drive export capabilities.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Next Steps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In the mid-term, we’ll enable direct publishing, team collaboration features, and an analytics dashboard for enhanced user insights.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Mid to Long-Term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6886575" cy="2327910"/>
            <a:chOff x="0" y="0"/>
            <a:chExt cx="91821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We are raising a seed round to support the development of our multi-tenant platform, focusing on creating a robust infrastructure for content generation and publishing integrations.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Funding Opportunities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5143500"/>
            <a:ext cx="6886575" cy="2327910"/>
            <a:chOff x="0" y="0"/>
            <a:chExt cx="91821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We are seeking design partners and pilot customers, particularly agencies and small business teams, to collaborate on refining our offerings and ensuring market fit.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Strategic Partnerships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Ask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TT Fors"/>
                  <a:ea typeface="TT Fors"/>
                  <a:cs typeface="TT Fors"/>
                  <a:sym typeface="TT Fors"/>
                </a:rPr>
                <a:t>Building our AI content engine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657600"/>
            <a:chOff x="0" y="0"/>
            <a:chExt cx="11099800" cy="4876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Ready to take action?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24734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Let's discuss partnership and investment opportunities today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AI-Powered Content Production</dc:description>
  <dc:identifier>DAHMQWO4N0g</dc:identifier>
  <dcterms:modified xsi:type="dcterms:W3CDTF">2011-08-01T06:04:30Z</dcterms:modified>
  <cp:revision>1</cp:revision>
  <dc:title>Presentation - AI-Powered Content Production</dc:title>
</cp:coreProperties>
</file>